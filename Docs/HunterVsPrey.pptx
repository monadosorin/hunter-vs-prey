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Hunter vs Prey, game first-person 1 Hunter melawan 3 Prey. AI-nya dibangun bertahap: BT/Fuzzy sebagai baseline, lalu Supervised Learning dari rekaman pemain, lalu Reinforcement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konsep dasarnya: first-person, semua bisa run, jump, slide seperti parkour. Wall tetap, tapi Gate berpindah-pindah.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X-Ray mengimbangi first-person: Hunter tidak bisa melihat menembus Wall, jadi X-Ray memberi informasi tambahan sesekali. Trap memberi Prey cara kabur dari kejaran.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Tiap Prey membawa bucket warnanya sendiri. Karena hanya ada 1 bola aktif per warna dan lokasinya random, Prey harus menjelajah map dan itu membuka peluang untuk Hunter.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Prey mati, objective-nya tidak hilang. Prey yang masih hidup harus menaruh atau menyelesaikan 5 bolanya dulu, baru mengambil bucket teman yang mati dan melanjutkan sisanya, supaya Gate bisa terbuka.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tidak punya posisi tetap supaya Hunter tidak bisa menunggu di satu tempat. Validasi memastikan Gate selalu bisa dicapai. Anti-camping membuat Hunter tidak bisa menjaga Gate selamanya.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urutan 1 sampai 6. Tekankan bahwa Gate baru muncul di langkah 4, jadi Hunter tidak tahu posisinya sebelumnya.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Prey menang cukup dengan 1 orang keluar. Hunter harus membunuh semua. Inilah alasan Prey yang mati tetap meninggalkan objective: tim Prey masih bisa menang walau tinggal 1 orang.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BT/Fuzzy = lawan latihan dan pembanding. SL = belajar dari contoh manusia. RL = belajar sendiri lewat trial and error, dimulai dari hasil SL.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versi singkat alurnya. BT/Fuzzy dulu sebagai baseline. Lalu manusia bermain untuk direkam, dipakai melatih SL. SL diuji melawan BT/Fuzzy. Bobot SL dipakai sebagai titik awal RL. RL dilatih melawan BT/Fuzzy, lalu RL melawan RL (self-play).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Hanya butuh 1 pemain manusia untuk merekam Prey, karena satu policy Prey nanti dipakai oleh ketiga Prey. Hasil SL diuji melawan BT/Fuzzy sebelum dipakai 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RL tidak mulai dari nol: bobot dari SL dipakai sebagai titik awal. Prey dilatih sebagai satu tim dengan satu policy yang sama. Self-play dilakukan paling akhir, setelah kedua sisi sudah cukup pintar, supaya tidak jadi 'bodoh lawan bodoh'.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BT/Fuzzy menangani pengejaran, penghindaran, objective, Gate, Trap, X-Ray, Dash, dan kondisi pertandingan. Fuzzy cocok untuk keputusan yang tidak hitam-putih, misalnya seberapa bahaya posisi Prey sekarang.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tidak boleh curang. Ia hanya tahu apa yang bisa dilihat karakternya. Ini membuat AI fair melawan pemain dan sekaligus membuat X-Ray benar-benar berguna bagi Hunter.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Durasi 30 detik khusus untuk training: environment di-reset tiap 30 detik supaya agent mendapat banyak pengalaman dengan cepat. Match gameplay final tetap 3 sampai 5 menit.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Karena setiap tahap disimpan, kita bisa menunjukkan peningkatan dari baseline BT/Fuzzy ke SL, ke RL, sampai self-play, dengan lawan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orang mengerjakan SL. Satu orang mengerjakan RL Prey serta BT dan Fuzzy. Satu orang mengerjakan RL Hunter serta mekanik Prey dan Hunter.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0" y="777240"/>
            <a:ext cx="3474720" cy="3566160"/>
          </a:xfrm>
          <a:prstGeom prst="rect">
            <a:avLst/>
          </a:prstGeom>
          <a:solidFill>
            <a:srgbClr val="22252D"/>
          </a:solidFill>
          <a:ln w="25400">
            <a:solidFill>
              <a:srgbClr val="A9AFB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2080" y="2738628"/>
            <a:ext cx="3474720" cy="1604772"/>
          </a:xfrm>
          <a:prstGeom prst="rect">
            <a:avLst/>
          </a:prstGeom>
          <a:solidFill>
            <a:srgbClr val="2C3039"/>
          </a:solidFill>
          <a:ln w="12700">
            <a:solidFill>
              <a:srgbClr val="2C30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40680" y="1508760"/>
            <a:ext cx="822960" cy="2377440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1783080"/>
            <a:ext cx="731520" cy="2057400"/>
          </a:xfrm>
          <a:prstGeom prst="rect">
            <a:avLst/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920240"/>
            <a:ext cx="685800" cy="868680"/>
          </a:xfrm>
          <a:prstGeom prst="rect">
            <a:avLst/>
          </a:prstGeom>
          <a:solidFill>
            <a:srgbClr val="E0A500">
              <a:alpha val="80000"/>
            </a:srgbClr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0" y="2651760"/>
            <a:ext cx="347472" cy="347472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2971800"/>
            <a:ext cx="146304" cy="14630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84848" y="2560320"/>
            <a:ext cx="329184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2395728"/>
            <a:ext cx="0" cy="32918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3977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 ·  DASH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GAME DEVELOPMENT · KONSEP GAME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3716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HUNTER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PREY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80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Hunter vs 3 Prey · First-person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BT/Fuzzy → Supervised Learning → Reinforcement Learning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Konsep Utama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Terinspirasi dari video parkour tag kompetitif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Hunter vs 3 Prey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map berdinding.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karakter dimainkan dari sudut pandang orang pertama.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Gerakan: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jalan/run, jump, dan slide untuk semua karakter.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fixed dan tidak berubah antar-match. Gate tidak fixed, lokasinya di-randomize.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 match: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sekitar 3–5 menit.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120640" y="13716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9240" y="1737360"/>
            <a:ext cx="457200" cy="457200"/>
          </a:xfrm>
          <a:prstGeom prst="ellips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Hunter ×1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989320" y="19385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Bertugas membunuh semua Prey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20640" y="27432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3108960"/>
            <a:ext cx="457200" cy="45720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49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Prey ×3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3310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Blue · Green, kumpulkan bola lalu keluar lewat Gate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Player vs AI · AI vs AI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Ability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punya 2 ability, semua Prey punya ability yang sama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X-Ray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0175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lokasi Prey yang biasanya tidak terlihat (di balik Wall)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cooldown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68980" y="13716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7580" y="1600200"/>
            <a:ext cx="502920" cy="502920"/>
          </a:xfrm>
          <a:prstGeom prst="ellips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975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49758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4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97580" y="30175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cepat ke depan untuk mengejar Prey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cooldown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13716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600200"/>
            <a:ext cx="502920" cy="502920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2402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Trap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Prey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01752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Diletakkan di tanah, invisible setelah dipasang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menginjak: freeze 2 detik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cooldown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ability unik berdasarkan warna Prey.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 Bola &amp; Bucket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Prey mengumpulkan 5 bola sesuai warnanya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71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435608"/>
            <a:ext cx="329184" cy="329184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35608"/>
            <a:ext cx="329184" cy="329184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435608"/>
            <a:ext cx="329184" cy="329184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435608"/>
            <a:ext cx="329184" cy="329184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1435608"/>
            <a:ext cx="329184" cy="329184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1472184"/>
            <a:ext cx="310896" cy="256032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9080" y="1353312"/>
            <a:ext cx="438912" cy="48280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D54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389888"/>
            <a:ext cx="347472" cy="409651"/>
          </a:xfrm>
          <a:prstGeom prst="rect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148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80160" y="2212848"/>
            <a:ext cx="329184" cy="32918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2212848"/>
            <a:ext cx="329184" cy="32918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2212848"/>
            <a:ext cx="329184" cy="32918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212848"/>
            <a:ext cx="329184" cy="32918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212848"/>
            <a:ext cx="329184" cy="32918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11880" y="2249424"/>
            <a:ext cx="310896" cy="256032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69080" y="2130552"/>
            <a:ext cx="438912" cy="48280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2F6F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0" y="2167128"/>
            <a:ext cx="347472" cy="409651"/>
          </a:xfrm>
          <a:prstGeom prst="rect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926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80160" y="2990088"/>
            <a:ext cx="329184" cy="32918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2990088"/>
            <a:ext cx="329184" cy="32918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2990088"/>
            <a:ext cx="329184" cy="32918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2990088"/>
            <a:ext cx="329184" cy="32918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2990088"/>
            <a:ext cx="329184" cy="329184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026664"/>
            <a:ext cx="310896" cy="256032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2907792"/>
            <a:ext cx="438912" cy="482803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1F9D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2944368"/>
            <a:ext cx="347472" cy="409651"/>
          </a:xfrm>
          <a:prstGeom prst="rect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1325880"/>
            <a:ext cx="3657600" cy="2240280"/>
          </a:xfrm>
          <a:prstGeom prst="roundRect">
            <a:avLst>
              <a:gd name="adj" fmla="val 3265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578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Aturan spawn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18745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1 bola aktif per warna dalam satu waktu.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diambil, bola berikutnya muncul di lokasi random.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Berulang sampai 5 bola untuk warna itu.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Prey mulai kosong dan menyimpan progress pengumpulan.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lengkap →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dibawa ke Gate.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Jika Prey Mati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langsung berarti mati: tidak ada revive, tidak respawn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536192"/>
            <a:ext cx="384048" cy="384048"/>
          </a:xfrm>
          <a:prstGeom prst="ellips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mati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23317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Bucket-nya tertinggal, progress bola tetap tersimpan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13432" y="2057400"/>
            <a:ext cx="246888" cy="228600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3716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52344" y="1536192"/>
            <a:ext cx="384048" cy="384048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52344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2752344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Selesaikan dulu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752344" y="23317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yang hidup harus melengkapi 5 bolanya sendiri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43984" y="2057400"/>
            <a:ext cx="246888" cy="228600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18304" y="13716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2896" y="1536192"/>
            <a:ext cx="384048" cy="384048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82896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92" dirty="0"/>
          </a:p>
        </p:txBody>
      </p:sp>
      <p:sp>
        <p:nvSpPr>
          <p:cNvPr id="23" name="Text 21"/>
          <p:cNvSpPr txBox="1"/>
          <p:nvPr/>
        </p:nvSpPr>
        <p:spPr>
          <a:xfrm>
            <a:off x="4882896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bucket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882896" y="23317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Lalu mengambil bucket Prey yang mati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74536" y="2057400"/>
            <a:ext cx="246888" cy="228600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8856" y="137160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13448" y="1536192"/>
            <a:ext cx="384048" cy="384048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13448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92" dirty="0"/>
          </a:p>
        </p:txBody>
      </p:sp>
      <p:sp>
        <p:nvSpPr>
          <p:cNvPr id="29" name="Text 27"/>
          <p:cNvSpPr txBox="1"/>
          <p:nvPr/>
        </p:nvSpPr>
        <p:spPr>
          <a:xfrm>
            <a:off x="7013448" y="2011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Lanjutkan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13448" y="23317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sisa bola warna itu sampai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Prey mati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terakhir mengambil alih dua bucket yang ditinggalkan dan menyelesaikan objective yang belum lengkap.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63440" y="320040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920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Bucket sudah penuh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370332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tetap tersimpan. Bucket cukup dibawa ke Gate saat objective Gate selesai.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Muncul setelah objective selesai, lokasinya selalu random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258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muncul? </a:t>
            </a:r>
            <a:pPr indent="0" marL="0">
              <a:buNone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semua Prey yang hidup sudah mendapat 5 bola masing-masing. Bola disetor ke Gate, lalu Prey bisa keluar.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77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Randomisasi &amp; validasi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292608" cy="29260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7432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dipilih secara random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2004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Diperiksa terhadap Wall dan kondisi map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694176"/>
            <a:ext cx="292608" cy="29260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6576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boleh terpotong Wall, tertutup, terlalu sempit, atau tidak bisa diakses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151376"/>
            <a:ext cx="292608" cy="292608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1148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valid → random ulang sampai valid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ANTI-CAMPING GATE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1828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dtk</a:t>
            </a:r>
            <a:endParaRPr lang="en-US" sz="4800" dirty="0"/>
          </a:p>
        </p:txBody>
      </p:sp>
      <p:sp>
        <p:nvSpPr>
          <p:cNvPr id="26" name="Text 24"/>
          <p:cNvSpPr txBox="1"/>
          <p:nvPr/>
        </p:nvSpPr>
        <p:spPr>
          <a:xfrm>
            <a:off x="4983480" y="27432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Hunter berada di area Gate terlalu lama, Gate teleport ke lokasi random lain yang valid.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4069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detik = starting value untuk pengujian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Alur Permainan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match sekitar 3–5 menit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6949440" cy="0"/>
          </a:xfrm>
          <a:prstGeom prst="line">
            <a:avLst/>
          </a:prstGeom>
          <a:noFill/>
          <a:ln w="25400">
            <a:solidFill>
              <a:srgbClr val="D8DB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27048"/>
            <a:ext cx="457200" cy="457200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14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Prey memegang bucket kosong warnanya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847088" y="1527048"/>
            <a:ext cx="457200" cy="457200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4708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847088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847088" y="2514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bola warna sendiri, 1 aktif per warna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36976" y="1527048"/>
            <a:ext cx="457200" cy="457200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36976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36976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Bertahan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236976" y="2514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Hunter, pasang Trap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26864" y="1527048"/>
            <a:ext cx="457200" cy="457200"/>
          </a:xfrm>
          <a:prstGeom prst="ellipse">
            <a:avLst/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26864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26864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muncul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514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Prey hidup punya 5 bola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16752" y="1527048"/>
            <a:ext cx="457200" cy="457200"/>
          </a:xfrm>
          <a:prstGeom prst="ellipse">
            <a:avLst/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16752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016752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bola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016752" y="2514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dibawa dan disetor ke Gate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1527048"/>
            <a:ext cx="457200" cy="457200"/>
          </a:xfrm>
          <a:prstGeom prst="ellipse">
            <a:avLst/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251460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Prey keluar = Prey menang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57200" y="37947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Sepanjang match: </a:t>
            </a:r>
            <a:pPr indent="0" marL="0">
              <a:buNone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mengejar memakai X-Ray dan Dash. Prey yang mati meninggalkan bucket yang harus diambil alih Prey lain. Jika Hunter camping di Gate, Gate pindah.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Kondisi Menang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Sederhana dan jelas untuk kedua tim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630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keluar lewat Gate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PREY MENANG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salah satu dari 3 Prey berhasil keluar, seluruh tim Prey menang.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137160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4630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mati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971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HUNTER MENANG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429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harus membunuh ketiga Prey sebelum ada yang keluar.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yang Digunakan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teknik, masing-masing dengan peran berbeda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22252D"/>
          </a:solidFill>
          <a:ln w="12700">
            <a:solidFill>
              <a:srgbClr val="2225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45920"/>
            <a:ext cx="594360" cy="594360"/>
          </a:xfrm>
          <a:prstGeom prst="ellipse">
            <a:avLst/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/ Fuzzy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dan lawan stabil untuk training SL dan RL. Dibuat terpisah untuk Hunter dan Prey.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68980" y="141732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22252D"/>
          </a:solidFill>
          <a:ln w="12700">
            <a:solidFill>
              <a:srgbClr val="2225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97580" y="1645920"/>
            <a:ext cx="594360" cy="59436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975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9758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9758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meniru gameplay manusia dari rekaman. Hasilnya jadi titik awal RL.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1417320"/>
            <a:ext cx="2606040" cy="2423160"/>
          </a:xfrm>
          <a:prstGeom prst="roundRect">
            <a:avLst>
              <a:gd name="adj" fmla="val 3019"/>
            </a:avLst>
          </a:prstGeom>
          <a:solidFill>
            <a:srgbClr val="22252D"/>
          </a:solidFill>
          <a:ln w="12700">
            <a:solidFill>
              <a:srgbClr val="2225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645920"/>
            <a:ext cx="594360" cy="59436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3774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743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Melanjutkan dari bobot SL, belajar lewat reward &amp; penalty, lalu self-play.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tidak langsung RL? </a:t>
            </a:r>
            <a:pPr indent="0" marL="0">
              <a:buNone/>
            </a:pPr>
            <a:r>
              <a:rPr lang="en-US" sz="13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dari nol bermain acak dan butuh sangat banyak cycle. Dengan SL sebagai titik awal, RL sudah "tahu dasar" sejak awal, dan BT/Fuzzy memberi lawan yang stabil.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Alur AI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BT/Fuzzy → SL → RL → Self-play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417320" cy="822960"/>
          </a:xfrm>
          <a:prstGeom prst="homePlate">
            <a:avLst/>
          </a:prstGeom>
          <a:solidFill>
            <a:srgbClr val="E0A5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BT/Fuzzy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0" y="1417320"/>
            <a:ext cx="1417320" cy="822960"/>
          </a:xfrm>
          <a:prstGeom prst="chevron">
            <a:avLst/>
          </a:prstGeom>
          <a:solidFill>
            <a:srgbClr val="2F6F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0312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manusia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1417320" cy="822960"/>
          </a:xfrm>
          <a:prstGeom prst="chevron">
            <a:avLst/>
          </a:prstGeom>
          <a:solidFill>
            <a:srgbClr val="2F6FD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24612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+ Prey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417320"/>
            <a:ext cx="1417320" cy="822960"/>
          </a:xfrm>
          <a:prstGeom prst="chevron">
            <a:avLst/>
          </a:prstGeom>
          <a:solidFill>
            <a:srgbClr val="D543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BT/Fuzzy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1417320"/>
            <a:ext cx="1417320" cy="822960"/>
          </a:xfrm>
          <a:prstGeom prst="chevron">
            <a:avLst/>
          </a:prstGeom>
          <a:solidFill>
            <a:srgbClr val="D543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vs RL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1417320"/>
            <a:ext cx="1417320" cy="822960"/>
          </a:xfrm>
          <a:prstGeom prst="chevron">
            <a:avLst/>
          </a:prstGeom>
          <a:solidFill>
            <a:srgbClr val="1B1E2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89520" y="1417320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pemain / AI vs AI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914400"/>
        </p:xfrm>
        <a:graphic>
          <a:graphicData uri="http://schemas.openxmlformats.org/drawingml/2006/table">
            <a:tbl>
              <a:tblPr/>
              <a:tblGrid>
                <a:gridCol w="6766560"/>
                <a:gridCol w="146304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BT/Fuzzy Hunter + BT/Fuzzy Prey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Hunter vs 3 BT/Fuzzy Prey  ·  1 Human Prey + 2 BT/Fuzzy Prey vs BT/Fuzzy Hunter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rekaman 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 Hunter vs BT/Fuzzy Prey  ·  BT/Fuzzy Hunter vs SL Prey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uji SL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 weights → titik awal RL Hunter &amp; RL Prey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E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Hunter vs BT/Fuzzy Prey  ·  RL Prey Team vs BT/Fuzzy Hunter → RL vs 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E65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Supervised Learning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2–5: rekam gameplay manusia, latih, lalu uji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Rekaman SL Hunter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331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Hunter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 BT/Fuzzy Prey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Pemain mengontrol Hunter.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132588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Rekaman SL Prey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83280" y="233172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2331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Human Prey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274320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BT/Fuzzy Prey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3154680"/>
            <a:ext cx="2194560" cy="329184"/>
          </a:xfrm>
          <a:prstGeom prst="roundRect">
            <a:avLst>
              <a:gd name="adj" fmla="val 22222"/>
            </a:avLst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154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 BT/Fuzzy Hunter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Pemain memainkan Red, Blue, Green di sesi berbeda agar semua warna tercakup.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132588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4–5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1737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uji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2194560"/>
            <a:ext cx="2423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Rekaman Hunter → SL Hunter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Rekaman Prey → SL Prey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Uji: SL Hunter vs 3 BT/Fuzzy Prey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Uji: BT/Fuzzy Hunter vs 3 SL Prey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Prey dipakai sebagai shared policy untuk 3 Prey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Reinforcement Learning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6–9: lanjut dari SL, lawan BT/Fuzzy, lalu self-play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481328"/>
            <a:ext cx="420624" cy="42062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65506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SL → RL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32588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Hunter → RL Hunter initial, SL Prey → RL Prey initial. Yang ditransfer model/weights, bukan action satu per satu.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16712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322576"/>
            <a:ext cx="420624" cy="420624"/>
          </a:xfrm>
          <a:prstGeom prst="ellips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258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496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Hunter vs 3 BT/Fuzzy Prey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2167128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Hunter memulai dari hasil SL Hunter.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008376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163824"/>
            <a:ext cx="420624" cy="420624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0998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8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Prey Team vs BT/Fuzzy Hunter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300837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RL Prey policy dipakai oleh 3 Prey sekaligus sebagai satu tim kooperatif.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84962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" y="4005072"/>
            <a:ext cx="420624" cy="420624"/>
          </a:xfrm>
          <a:prstGeom prst="ellipse">
            <a:avLst/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941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9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4178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Self-play: RL Hunter vs 3 RL Prey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384962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RL Hunter dan RL Prey cukup stabil, training dilanjutkan saling melawan.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 / Fuzzy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dan lawan stabil, dibuat terpisah untuk Hunter dan Prey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45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BT/Fuzzy Hunter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Pengejaran Prey yang terlihat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441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Dash saat Prey dalam jangkauan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99816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099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X-Ray saat kehilangan jejak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758184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758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Patroli area bola dan Gate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43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BT/Fuzzy Prey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46120" y="1783080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8328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Kumpulkan bola sesuai warna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46120" y="2441448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2441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Penghindaran saat Hunter mendekat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246120" y="3099816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30998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Trap saat dikejar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46120" y="3758184"/>
            <a:ext cx="2606040" cy="548640"/>
          </a:xfrm>
          <a:prstGeom prst="roundRect">
            <a:avLst>
              <a:gd name="adj" fmla="val 13333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83280" y="375818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alih bucket teman, menuju Gate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80760" y="13258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FUZZY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 bahaya Prey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219456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jarak Hunter, Hunter terlihat atau tidak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aman / waspada / bahaya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Bahaya tinggi → kabur &amp; pasang Trap, rendah → lanjut ambil bola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First-person &amp; AI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mengikuti batasan penglihatan yang sama dengan pemain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22252D"/>
          </a:solidFill>
          <a:ln w="12700">
            <a:solidFill>
              <a:srgbClr val="2225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of sight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Musuh yang tidak di depan / tidak dalam pandangan tidak terlihat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22252D"/>
          </a:solidFill>
          <a:ln w="12700">
            <a:solidFill>
              <a:srgbClr val="2225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menghalangi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Penglihatan terhalang Wall seperti pemain biasa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22252D"/>
          </a:solidFill>
          <a:ln w="12700">
            <a:solidFill>
              <a:srgbClr val="2225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Satu-satunya cara Hunter mendapat info tambahan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09160" y="251460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22252D"/>
          </a:solidFill>
          <a:ln w="12700">
            <a:solidFill>
              <a:srgbClr val="2225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776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info global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971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tidak diberi informasi yang tidak tersedia bagi karakter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penting?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jadi adil saat melawan pemain, dan perilakunya terlihat natural: harus mencari, bukan langsung tahu posisi lawan.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Cycle Training RL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final 3–5 menit, tapi training memakai cycle pendek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15171C"/>
          </a:solidFill>
          <a:ln w="12700">
            <a:solidFill>
              <a:srgbClr val="1517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600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E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dtk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 per cycle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24612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22252D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dtk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80744" y="324612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80744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75688" y="324612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22252D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075688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dtk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70632" y="324612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3A3F4A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70632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65576" y="3246120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22252D"/>
          </a:solidFill>
          <a:ln w="12700">
            <a:solidFill>
              <a:srgbClr val="3A3F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65576" y="32461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detik = starting value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policy, tiga Prey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1828800"/>
            <a:ext cx="548640" cy="54864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1828800"/>
            <a:ext cx="548640" cy="54864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828800"/>
            <a:ext cx="548640" cy="54864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78040" y="1965960"/>
            <a:ext cx="310896" cy="256032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783080"/>
            <a:ext cx="640080" cy="6400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352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Prey → RL Prey initial → dipakai Red + Blue + Green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Prey dilatih sebagai satu tim kooperatif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perlu 3 model RL Prey terpisah untuk versi awal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Membuktikan AI Belajar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tahap diuji melawan BT/Fuzzy yang sama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851660" cy="1143000"/>
          </a:xfrm>
          <a:prstGeom prst="roundRect">
            <a:avLst>
              <a:gd name="adj" fmla="val 6400"/>
            </a:avLst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BT/Fuzzy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74520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354580" y="1810512"/>
            <a:ext cx="182880" cy="256032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3180" y="1371600"/>
            <a:ext cx="1851660" cy="1143000"/>
          </a:xfrm>
          <a:prstGeom prst="roundRect">
            <a:avLst>
              <a:gd name="adj" fmla="val 6400"/>
            </a:avLst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66060" y="1508760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66060" y="1874520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meniru manusia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1810512"/>
            <a:ext cx="182880" cy="256032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371600"/>
            <a:ext cx="1851660" cy="1143000"/>
          </a:xfrm>
          <a:prstGeom prst="roundRect">
            <a:avLst>
              <a:gd name="adj" fmla="val 6400"/>
            </a:avLst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508760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1874520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training vs BT/Fuzzy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06540" y="1810512"/>
            <a:ext cx="182880" cy="256032"/>
          </a:xfrm>
          <a:prstGeom prst="rightArrow">
            <a:avLst/>
          </a:prstGeom>
          <a:solidFill>
            <a:srgbClr val="D8DBE1"/>
          </a:solidFill>
          <a:ln w="12700">
            <a:solidFill>
              <a:srgbClr val="D8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5140" y="1371600"/>
            <a:ext cx="1851660" cy="1143000"/>
          </a:xfrm>
          <a:prstGeom prst="roundRect">
            <a:avLst>
              <a:gd name="adj" fmla="val 6400"/>
            </a:avLst>
          </a:prstGeom>
          <a:solidFill>
            <a:srgbClr val="1B1E24"/>
          </a:solidFill>
          <a:ln w="12700">
            <a:solidFill>
              <a:srgbClr val="1B1E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18020" y="1508760"/>
            <a:ext cx="1485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Self-play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18020" y="1874520"/>
            <a:ext cx="15316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final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yang dibandingkan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310128"/>
            <a:ext cx="237744" cy="237744"/>
          </a:xfrm>
          <a:prstGeom prst="ellips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 Hunter vs Prey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3310128"/>
            <a:ext cx="237744" cy="237744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7492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sampai Prey pertama mati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237744" cy="237744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bola yang terkumpul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3813048"/>
            <a:ext cx="237744" cy="237744"/>
          </a:xfrm>
          <a:prstGeom prst="ellipse">
            <a:avLst/>
          </a:prstGeom>
          <a:solidFill>
            <a:srgbClr val="E0A500"/>
          </a:solidFill>
          <a:ln w="12700">
            <a:solidFill>
              <a:srgbClr val="E0A5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sering Prey berhasil keluar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model &amp; checkpoint disimpan agar hasil tiap tahap bisa dibandingkan dan training bisa dilanjutkan.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818120" y="41148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10728" y="41148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85048" y="41148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59368" y="41148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Pembagian Tugas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orang, 3 bagian pengerjaan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737360"/>
            <a:ext cx="640080" cy="6400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80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68980" y="1463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3300" y="1737360"/>
            <a:ext cx="640080" cy="6400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330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54330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43300" y="2880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RL Prey dan BT &amp; Fuzzy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080760" y="146304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F1F2F5"/>
          </a:solidFill>
          <a:ln w="12700">
            <a:solidFill>
              <a:srgbClr val="F1F2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737360"/>
            <a:ext cx="640080" cy="640080"/>
          </a:xfrm>
          <a:prstGeom prst="ellips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060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8803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1E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RL Hunter dan mekanik Prey &amp; Hunter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3995928" y="1188720"/>
            <a:ext cx="201168" cy="182880"/>
          </a:xfrm>
          <a:prstGeom prst="triangle">
            <a:avLst/>
          </a:prstGeom>
          <a:solidFill>
            <a:srgbClr val="7A45B8"/>
          </a:solidFill>
          <a:ln w="12700">
            <a:solidFill>
              <a:srgbClr val="7A45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88536" y="1188720"/>
            <a:ext cx="182880" cy="182880"/>
          </a:xfrm>
          <a:prstGeom prst="ellipse">
            <a:avLst/>
          </a:prstGeom>
          <a:solidFill>
            <a:srgbClr val="D5433B"/>
          </a:solidFill>
          <a:ln w="12700">
            <a:solidFill>
              <a:srgbClr val="D543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62856" y="1188720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37176" y="1188720"/>
            <a:ext cx="182880" cy="182880"/>
          </a:xfrm>
          <a:prstGeom prst="ellipse">
            <a:avLst/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Terima Kasih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9A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vs Prey · BT/Fuzzy → SL → RL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&amp; masukan?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Hunter vs Prey</dc:title>
  <dc:subject>PptxGenJS Presentation</dc:subject>
  <dc:creator>PptxGenJS</dc:creator>
  <cp:lastModifiedBy>PptxGenJS</cp:lastModifiedBy>
  <cp:revision>1</cp:revision>
  <dcterms:created xsi:type="dcterms:W3CDTF">2026-10-01T02:31:21Z</dcterms:created>
  <dcterms:modified xsi:type="dcterms:W3CDTF">2026-10-01T02:31:21Z</dcterms:modified>
</cp:coreProperties>
</file>